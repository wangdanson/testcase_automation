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C8C34-126C-4481-B9D9-4050085BA1FA}" v="1" dt="2024-09-20T08:12:36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5FE85-F7A0-96C8-C1A0-7897B17A8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026D57-C34F-DB7B-E803-4CC32ED80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F0098-B5C2-9B8A-F9CE-F4719CD7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C71FD-DE6D-AED6-A1A3-48B3CA4F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978D7A-3E6E-2425-C0A9-2022C22E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04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49E79D-94CC-3179-8BD9-9E0996BF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DD1083-7F62-3470-CAEE-E7D85A0D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B72FA5-724A-D0C8-D218-838815C8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CCAA76-8E6C-95F1-EFC9-7723ECBE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A4E6B-3BE0-CC0C-011D-53ED481D9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32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974F44-4E86-9BC1-9D7F-928054C3C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7DE6BA-E91F-FC88-7A0A-12334A9C8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DBF38-3B25-6E60-FC5E-3F3A118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7EE05A-AFE4-4A2E-2332-4A912C62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2F2C8F-5890-3C79-DFEF-07EF0EB5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454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741A69-9763-4005-2AA1-920F39F5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D678BD-1147-53E8-10E7-D07E54D4A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D3B5A0-CC63-05B2-2F4A-C35DE8D36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278C17-0C31-0BF2-FC2D-073F74EA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1811EF-0C98-6CE0-01A7-431E4B85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119BFD1-73B7-1745-339B-944BF9AA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49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8ECA6B-7BDB-3F5E-5384-5CBA8AC6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2C49FC-C55B-9AE3-8DC6-D4DE8F910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A136B27-7A74-E934-6D8B-CFC84184E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317C60-1FBA-53AB-27BD-3BA9E3116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79A190F-4E0F-3D63-94A5-2C800609D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D68DA50-4F96-CFCA-2669-FD809CD3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BC828FF-4B55-321C-DDC9-46E892B9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80BD8D-AB87-7240-A76E-AA4930BC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69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DAB9D-A7B1-AE56-5088-35866439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808F820-AAB9-4399-DD01-46D6CFC2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686A60-C58F-FD55-FE6A-B02E5C31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F42056-6509-8F34-48FA-5B1939D2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23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0601017-D723-6E0D-267A-64C6BFCB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6DB42E-173A-F2ED-A147-D91C871D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D61A43-7610-095E-2D78-D576C2AF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293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977678-61F0-CA1C-EFCA-AA2C06EF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B69869-B330-F680-B518-115DC052C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86EA70-19F5-701B-533C-C46C4A63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2A9864-F5C9-7DD4-5EF0-812BAB29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BEBFDA-B628-15E8-737A-BEB4685C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FC9D79-4828-6FC3-18A4-FAE45B2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52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AEB2B-5A28-3335-4B02-64A0A681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779D36-2C52-B288-3650-76C05D129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1198CC-DADE-053A-AAB8-51FC5E828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C6DC80-92AC-0DD9-420D-E8664E63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8D11B9-1CBC-E98F-FCAC-B2AA197C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E84D86-932B-F318-3062-297407E6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11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78876E-E8E2-26C6-A529-9C632A71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FC0D26-0A03-A1E9-151D-AEA1A701F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91AD42-17F2-17F0-309B-6092CC26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9DF7CD-7CAE-9611-8366-EA7F8E1A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45248A-E1D5-A0F4-D446-64279DDA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63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B390C79-4C8F-7409-ABB2-2A97B860D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D4B216-A354-9D64-0206-A5D68955D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3F251C-EA37-E7F9-B703-ACF210B5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3F0E6A-12CE-D6E2-6390-3D0B64F3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F87FDC-3F9F-ECC6-EDE6-DD79592D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312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125076E-AC67-5F69-4EEE-8F26333E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EA9389-83FA-D7B7-68DA-028955EED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49FCF9-9104-FC5F-A124-DA95C6D3A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6F3E9-642E-4127-8839-5FE6D8A5824D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BC53CB-9A5A-076C-274F-415AF5E31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EE49D-FFC4-F639-8915-1FE89D4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B8042-33A9-4E34-A9C1-B0165B45D7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90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F8A722F-FDAF-8071-D12B-F358F2E8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12"/>
            <a:ext cx="12192000" cy="6595776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F9F7876C-4D50-76AF-0D93-F8E957A49A80}"/>
              </a:ext>
            </a:extLst>
          </p:cNvPr>
          <p:cNvSpPr/>
          <p:nvPr/>
        </p:nvSpPr>
        <p:spPr>
          <a:xfrm>
            <a:off x="5841506" y="1624614"/>
            <a:ext cx="2183906" cy="3036163"/>
          </a:xfrm>
          <a:prstGeom prst="roundRect">
            <a:avLst>
              <a:gd name="adj" fmla="val 3252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65BE534-C666-EB7A-115F-6C3DC5F35FB6}"/>
              </a:ext>
            </a:extLst>
          </p:cNvPr>
          <p:cNvSpPr txBox="1"/>
          <p:nvPr/>
        </p:nvSpPr>
        <p:spPr>
          <a:xfrm>
            <a:off x="5841506" y="1757778"/>
            <a:ext cx="1568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/>
              <a:t>NativeDrive</a:t>
            </a:r>
            <a:r>
              <a:rPr lang="zh-TW" altLang="en-US" sz="1200" dirty="0"/>
              <a:t>原生廣告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3F6412-C21C-1024-8E6E-E9F9A296A0CB}"/>
              </a:ext>
            </a:extLst>
          </p:cNvPr>
          <p:cNvSpPr/>
          <p:nvPr/>
        </p:nvSpPr>
        <p:spPr>
          <a:xfrm>
            <a:off x="1266640" y="3519995"/>
            <a:ext cx="2068498" cy="894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建議您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可安排在網站內文任何地方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。此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廣告訴求導流進站，CPC計價，廣告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每次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點擊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以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新台幣$1元(未稅)分潤。</a:t>
            </a:r>
            <a:b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</a:br>
            <a:b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</a:b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 *CPC: Cost Per Click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3933E6-80CC-893E-A359-C75340D9F84B}"/>
              </a:ext>
            </a:extLst>
          </p:cNvPr>
          <p:cNvSpPr/>
          <p:nvPr/>
        </p:nvSpPr>
        <p:spPr>
          <a:xfrm>
            <a:off x="3554073" y="3475605"/>
            <a:ext cx="2068498" cy="1089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此為手機蓋版廣告，廣告在瀏覽手機網頁內容前出現，vCPM計價，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廣告每千次可視曝光以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新台幣 $40元(未稅)分潤。 </a:t>
            </a:r>
            <a:b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</a:br>
            <a:endParaRPr kumimoji="0" lang="en-US" altLang="zh-TW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SFMono-Regular"/>
            </a:endParaRPr>
          </a:p>
          <a:p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*vCPM: Cost Per viewable 1000 impression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 descr="Google自動廣告">
            <a:extLst>
              <a:ext uri="{FF2B5EF4-FFF2-40B4-BE49-F238E27FC236}">
                <a16:creationId xmlns:a16="http://schemas.microsoft.com/office/drawing/2014/main" id="{CA7B6F4A-F10B-48F0-E963-99BAC3E094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3505" r="7528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8242"/>
          <a:stretch/>
        </p:blipFill>
        <p:spPr bwMode="auto">
          <a:xfrm>
            <a:off x="5807514" y="1857057"/>
            <a:ext cx="2163394" cy="167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5646A2D-F1BE-9D02-12DB-CF6275BA2FEF}"/>
              </a:ext>
            </a:extLst>
          </p:cNvPr>
          <p:cNvSpPr/>
          <p:nvPr/>
        </p:nvSpPr>
        <p:spPr>
          <a:xfrm>
            <a:off x="5902410" y="3457471"/>
            <a:ext cx="2068498" cy="1089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建議您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可安排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於網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站內文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中間或文末。為一組三式廣告組合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，CPC計價，廣告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每次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點擊</a:t>
            </a:r>
            <a:r>
              <a:rPr kumimoji="0" lang="zh-TW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以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新台幣$1</a:t>
            </a:r>
            <a: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.5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元(未稅)分潤。</a:t>
            </a:r>
            <a:b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</a:br>
            <a:br>
              <a:rPr kumimoji="0" lang="en-US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</a:b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SFMono-Regular"/>
              </a:rPr>
              <a:t> *CPC: Cost Per Click</a:t>
            </a:r>
            <a:r>
              <a:rPr kumimoji="0" lang="zh-TW" altLang="zh-TW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1D6AFF3-C6C1-F74D-A61A-133BC549873C}"/>
              </a:ext>
            </a:extLst>
          </p:cNvPr>
          <p:cNvSpPr txBox="1"/>
          <p:nvPr/>
        </p:nvSpPr>
        <p:spPr>
          <a:xfrm>
            <a:off x="2999612" y="4529972"/>
            <a:ext cx="889987" cy="26161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solidFill>
                  <a:schemeClr val="bg1"/>
                </a:solidFill>
              </a:rPr>
              <a:t>文字有修改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5CB0882-906A-C67A-9723-E82E1A622EA0}"/>
              </a:ext>
            </a:extLst>
          </p:cNvPr>
          <p:cNvSpPr txBox="1"/>
          <p:nvPr/>
        </p:nvSpPr>
        <p:spPr>
          <a:xfrm>
            <a:off x="1189608" y="6310566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/>
              <a:t>NativeDrive</a:t>
            </a:r>
            <a:endParaRPr lang="zh-TW" altLang="en-US" sz="12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7C25B5C-27B0-0B15-7094-9D5843406FF0}"/>
              </a:ext>
            </a:extLst>
          </p:cNvPr>
          <p:cNvSpPr txBox="1"/>
          <p:nvPr/>
        </p:nvSpPr>
        <p:spPr>
          <a:xfrm>
            <a:off x="3632447" y="6315633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/>
              <a:t>NativeDrive</a:t>
            </a:r>
            <a:r>
              <a:rPr lang="zh-TW" altLang="en-US" sz="1000" dirty="0"/>
              <a:t>原生廣告</a:t>
            </a:r>
            <a:endParaRPr lang="zh-TW" altLang="en-US" sz="1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7742122-2F81-A475-6BBB-E0F1B4F62937}"/>
              </a:ext>
            </a:extLst>
          </p:cNvPr>
          <p:cNvSpPr txBox="1"/>
          <p:nvPr/>
        </p:nvSpPr>
        <p:spPr>
          <a:xfrm>
            <a:off x="1964179" y="5839558"/>
            <a:ext cx="889987" cy="26161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solidFill>
                  <a:schemeClr val="bg1"/>
                </a:solidFill>
              </a:rPr>
              <a:t>文字有修改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E6E3DE6-CB1E-2936-B6FE-81217736D4B6}"/>
              </a:ext>
            </a:extLst>
          </p:cNvPr>
          <p:cNvSpPr txBox="1"/>
          <p:nvPr/>
        </p:nvSpPr>
        <p:spPr>
          <a:xfrm>
            <a:off x="1189608" y="6017354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>
                <a:highlight>
                  <a:srgbClr val="FFFFFF"/>
                </a:highlight>
              </a:rPr>
              <a:t>FlashDrive</a:t>
            </a:r>
            <a:endParaRPr lang="zh-TW" altLang="en-US" sz="1000" dirty="0">
              <a:highlight>
                <a:srgbClr val="FFFFFF"/>
              </a:highlight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93B040C-2DAA-DAEA-F062-47A7F034B9CB}"/>
              </a:ext>
            </a:extLst>
          </p:cNvPr>
          <p:cNvSpPr txBox="1"/>
          <p:nvPr/>
        </p:nvSpPr>
        <p:spPr>
          <a:xfrm>
            <a:off x="1189608" y="564852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>
                <a:highlight>
                  <a:srgbClr val="FFFFFF"/>
                </a:highlight>
              </a:rPr>
              <a:t>TextDrive</a:t>
            </a:r>
            <a:endParaRPr lang="zh-TW" altLang="en-US" sz="10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74554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4572B7C-7F34-CAB6-BE7A-1AEDEB47E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3286"/>
            <a:ext cx="12192000" cy="5871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CA9D063-1FC4-2D33-2CF2-6F946201315E}"/>
              </a:ext>
            </a:extLst>
          </p:cNvPr>
          <p:cNvSpPr/>
          <p:nvPr/>
        </p:nvSpPr>
        <p:spPr>
          <a:xfrm>
            <a:off x="2317072" y="2112885"/>
            <a:ext cx="887767" cy="150921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BB3DC2-D0F4-C939-3D0F-7F55220E9CA0}"/>
              </a:ext>
            </a:extLst>
          </p:cNvPr>
          <p:cNvSpPr/>
          <p:nvPr/>
        </p:nvSpPr>
        <p:spPr>
          <a:xfrm>
            <a:off x="2155436" y="2263806"/>
            <a:ext cx="1982455" cy="340849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9680E1-6269-0C63-3785-C272505ED6EC}"/>
              </a:ext>
            </a:extLst>
          </p:cNvPr>
          <p:cNvSpPr txBox="1"/>
          <p:nvPr/>
        </p:nvSpPr>
        <p:spPr>
          <a:xfrm>
            <a:off x="2246050" y="2056057"/>
            <a:ext cx="18918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 err="1"/>
              <a:t>NativeDrive</a:t>
            </a:r>
            <a:endParaRPr lang="en-US" altLang="zh-TW" sz="900" dirty="0"/>
          </a:p>
          <a:p>
            <a:r>
              <a:rPr lang="zh-TW" altLang="en-US" sz="900" b="0" i="0" dirty="0">
                <a:solidFill>
                  <a:srgbClr val="000000"/>
                </a:solidFill>
                <a:effectLst/>
                <a:highlight>
                  <a:srgbClr val="FEF9C3"/>
                </a:highlight>
                <a:latin typeface="-apple-system"/>
              </a:rPr>
              <a:t>支援桌機與手機裝置的</a:t>
            </a:r>
            <a:r>
              <a:rPr lang="en-US" altLang="zh-TW" sz="900" b="0" i="0" dirty="0">
                <a:solidFill>
                  <a:srgbClr val="000000"/>
                </a:solidFill>
                <a:effectLst/>
                <a:highlight>
                  <a:srgbClr val="FEF9C3"/>
                </a:highlight>
                <a:latin typeface="-apple-system"/>
              </a:rPr>
              <a:t>WebView</a:t>
            </a:r>
            <a:r>
              <a:rPr lang="zh-TW" altLang="en-US" sz="900" b="0" i="0" dirty="0">
                <a:solidFill>
                  <a:srgbClr val="000000"/>
                </a:solidFill>
                <a:effectLst/>
                <a:highlight>
                  <a:srgbClr val="FEF9C3"/>
                </a:highlight>
                <a:latin typeface="-apple-system"/>
              </a:rPr>
              <a:t>頁面（不包括</a:t>
            </a:r>
            <a:r>
              <a:rPr lang="en-US" altLang="zh-TW" sz="900" b="0" i="0" dirty="0">
                <a:solidFill>
                  <a:srgbClr val="000000"/>
                </a:solidFill>
                <a:effectLst/>
                <a:highlight>
                  <a:srgbClr val="FEF9C3"/>
                </a:highlight>
                <a:latin typeface="-apple-system"/>
              </a:rPr>
              <a:t>Native APP )</a:t>
            </a:r>
            <a:r>
              <a:rPr lang="zh-TW" altLang="en-US" sz="900" b="0" i="0" dirty="0">
                <a:solidFill>
                  <a:srgbClr val="000000"/>
                </a:solidFill>
                <a:effectLst/>
                <a:highlight>
                  <a:srgbClr val="FEF9C3"/>
                </a:highlight>
                <a:latin typeface="-apple-system"/>
              </a:rPr>
              <a:t>。</a:t>
            </a:r>
            <a:endParaRPr lang="zh-TW" altLang="en-US" sz="9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9FE5BB3-E4F4-5AF9-7C75-359B4B22AE01}"/>
              </a:ext>
            </a:extLst>
          </p:cNvPr>
          <p:cNvSpPr txBox="1"/>
          <p:nvPr/>
        </p:nvSpPr>
        <p:spPr>
          <a:xfrm>
            <a:off x="9179510" y="2896340"/>
            <a:ext cx="2427268" cy="40011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000" dirty="0"/>
              <a:t>提醒您</a:t>
            </a:r>
            <a:r>
              <a:rPr lang="en-US" altLang="zh-TW" sz="1000" dirty="0"/>
              <a:t>:</a:t>
            </a:r>
            <a:r>
              <a:rPr lang="zh-TW" altLang="en-US" sz="1000" dirty="0"/>
              <a:t> 請提供您置放程式碼的網頁連結</a:t>
            </a:r>
            <a:br>
              <a:rPr lang="en-US" altLang="zh-TW" sz="1000" dirty="0"/>
            </a:br>
            <a:r>
              <a:rPr lang="zh-TW" altLang="en-US" sz="1000" dirty="0"/>
              <a:t>以加快廣告審核速度。</a:t>
            </a:r>
          </a:p>
        </p:txBody>
      </p:sp>
      <p:pic>
        <p:nvPicPr>
          <p:cNvPr id="11" name="圖形 10" descr="開燈 以實心填滿">
            <a:extLst>
              <a:ext uri="{FF2B5EF4-FFF2-40B4-BE49-F238E27FC236}">
                <a16:creationId xmlns:a16="http://schemas.microsoft.com/office/drawing/2014/main" id="{5367C507-39FB-315F-3425-B4B9ED419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6357" y="1619044"/>
            <a:ext cx="271898" cy="271898"/>
          </a:xfrm>
          <a:prstGeom prst="rect">
            <a:avLst/>
          </a:prstGeom>
        </p:spPr>
      </p:pic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FC0D0A4-D300-E671-E585-5A972F10406E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H="1">
            <a:off x="10375789" y="1865406"/>
            <a:ext cx="1373454" cy="1088523"/>
          </a:xfrm>
          <a:prstGeom prst="bentConnector4">
            <a:avLst>
              <a:gd name="adj1" fmla="val 1349"/>
              <a:gd name="adj2" fmla="val 1210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141F3FF-FF69-99BF-6DEB-D0B636CBF6B3}"/>
              </a:ext>
            </a:extLst>
          </p:cNvPr>
          <p:cNvSpPr txBox="1"/>
          <p:nvPr/>
        </p:nvSpPr>
        <p:spPr>
          <a:xfrm>
            <a:off x="443883" y="5078027"/>
            <a:ext cx="3198311" cy="261610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solidFill>
                  <a:schemeClr val="bg1"/>
                </a:solidFill>
              </a:rPr>
              <a:t>待確認</a:t>
            </a:r>
            <a:r>
              <a:rPr lang="en-US" altLang="zh-TW" sz="1100" dirty="0">
                <a:solidFill>
                  <a:schemeClr val="bg1"/>
                </a:solidFill>
              </a:rPr>
              <a:t>:</a:t>
            </a:r>
            <a:r>
              <a:rPr lang="zh-TW" altLang="en-US" sz="1100" dirty="0">
                <a:solidFill>
                  <a:schemeClr val="bg1"/>
                </a:solidFill>
              </a:rPr>
              <a:t>  </a:t>
            </a:r>
            <a:r>
              <a:rPr lang="en-US" altLang="zh-TW" sz="1100" dirty="0">
                <a:solidFill>
                  <a:schemeClr val="bg1"/>
                </a:solidFill>
              </a:rPr>
              <a:t>DEMO</a:t>
            </a:r>
            <a:r>
              <a:rPr lang="zh-TW" altLang="en-US" sz="1100" dirty="0">
                <a:solidFill>
                  <a:schemeClr val="bg1"/>
                </a:solidFill>
              </a:rPr>
              <a:t> 只有手機、桌機呢</a:t>
            </a:r>
            <a:r>
              <a:rPr lang="en-US" altLang="zh-TW" sz="1100" dirty="0">
                <a:solidFill>
                  <a:schemeClr val="bg1"/>
                </a:solidFill>
              </a:rPr>
              <a:t>?</a:t>
            </a:r>
            <a:r>
              <a:rPr lang="zh-TW" altLang="en-US" sz="1100" dirty="0">
                <a:solidFill>
                  <a:schemeClr val="bg1"/>
                </a:solidFill>
              </a:rPr>
              <a:t> 因為樣式不同</a:t>
            </a:r>
          </a:p>
        </p:txBody>
      </p:sp>
    </p:spTree>
    <p:extLst>
      <p:ext uri="{BB962C8B-B14F-4D97-AF65-F5344CB8AC3E}">
        <p14:creationId xmlns:p14="http://schemas.microsoft.com/office/powerpoint/2010/main" val="417512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2498B6E-E191-0AEB-A650-7B1C8E5C5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9" y="948883"/>
            <a:ext cx="11603263" cy="541333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3A8B789-F6E2-E73F-69B0-98039E22C433}"/>
              </a:ext>
            </a:extLst>
          </p:cNvPr>
          <p:cNvSpPr/>
          <p:nvPr/>
        </p:nvSpPr>
        <p:spPr>
          <a:xfrm>
            <a:off x="316089" y="2731911"/>
            <a:ext cx="11704863" cy="4515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4F4245-F96D-F96B-C440-0BC54C595442}"/>
              </a:ext>
            </a:extLst>
          </p:cNvPr>
          <p:cNvSpPr/>
          <p:nvPr/>
        </p:nvSpPr>
        <p:spPr>
          <a:xfrm>
            <a:off x="8647289" y="948883"/>
            <a:ext cx="3127022" cy="589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00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, 螢幕擷取畫面, 網頁, 軟體 的圖片&#10;&#10;自動產生的描述">
            <a:extLst>
              <a:ext uri="{FF2B5EF4-FFF2-40B4-BE49-F238E27FC236}">
                <a16:creationId xmlns:a16="http://schemas.microsoft.com/office/drawing/2014/main" id="{CE720223-478C-B704-D337-192890877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8" y="534524"/>
            <a:ext cx="2818791" cy="5955957"/>
          </a:xfrm>
          <a:prstGeom prst="rect">
            <a:avLst/>
          </a:prstGeom>
        </p:spPr>
      </p:pic>
      <p:pic>
        <p:nvPicPr>
          <p:cNvPr id="11" name="圖片 10" descr="一張含有 文字, 螢幕擷取畫面, 網頁, 軟體 的圖片&#10;&#10;自動產生的描述">
            <a:extLst>
              <a:ext uri="{FF2B5EF4-FFF2-40B4-BE49-F238E27FC236}">
                <a16:creationId xmlns:a16="http://schemas.microsoft.com/office/drawing/2014/main" id="{D730868B-A8A7-AB02-E0FA-B2C8197DC6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5" t="16871" r="9547"/>
          <a:stretch/>
        </p:blipFill>
        <p:spPr>
          <a:xfrm>
            <a:off x="2933709" y="1362282"/>
            <a:ext cx="9019085" cy="487599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92BCE37-5CFB-C5D7-9C03-C527A583599E}"/>
              </a:ext>
            </a:extLst>
          </p:cNvPr>
          <p:cNvSpPr txBox="1"/>
          <p:nvPr/>
        </p:nvSpPr>
        <p:spPr>
          <a:xfrm>
            <a:off x="3030391" y="534524"/>
            <a:ext cx="6789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NativeDrive</a:t>
            </a:r>
            <a:r>
              <a:rPr lang="en-US" altLang="zh-TW" b="1" dirty="0"/>
              <a:t>( CPC1.5</a:t>
            </a:r>
            <a:r>
              <a:rPr lang="zh-TW" altLang="en-US" b="1" dirty="0"/>
              <a:t>元</a:t>
            </a:r>
            <a:r>
              <a:rPr lang="en-US" altLang="zh-TW" b="1" dirty="0"/>
              <a:t>)</a:t>
            </a:r>
            <a:r>
              <a:rPr lang="zh-TW" altLang="en-US" b="1" dirty="0"/>
              <a:t> </a:t>
            </a:r>
            <a:br>
              <a:rPr lang="en-US" altLang="zh-TW" b="1" dirty="0"/>
            </a:br>
            <a:r>
              <a:rPr lang="zh-TW" altLang="en-US" b="1" dirty="0"/>
              <a:t>廣告形式為一組三個廣告， </a:t>
            </a:r>
            <a:r>
              <a:rPr lang="en-US" altLang="zh-TW" b="1" dirty="0"/>
              <a:t>User</a:t>
            </a:r>
            <a:r>
              <a:rPr lang="zh-TW" altLang="en-US" b="1" dirty="0"/>
              <a:t>點選其中一組即計算一次</a:t>
            </a:r>
            <a:r>
              <a:rPr lang="en-US" altLang="zh-TW" b="1" dirty="0"/>
              <a:t>CPC</a:t>
            </a:r>
            <a:r>
              <a:rPr lang="zh-TW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6256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235</Words>
  <Application>Microsoft Office PowerPoint</Application>
  <PresentationFormat>寬螢幕</PresentationFormat>
  <Paragraphs>16</Paragraphs>
  <Slides>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Patricia Chan</dc:creator>
  <cp:lastModifiedBy>Patricia Chan</cp:lastModifiedBy>
  <cp:revision>2</cp:revision>
  <dcterms:created xsi:type="dcterms:W3CDTF">2024-09-13T03:12:30Z</dcterms:created>
  <dcterms:modified xsi:type="dcterms:W3CDTF">2024-10-04T01:37:42Z</dcterms:modified>
</cp:coreProperties>
</file>